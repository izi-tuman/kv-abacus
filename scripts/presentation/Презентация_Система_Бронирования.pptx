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rotation="45">
        <p:nvSpPr>
          <p:cNvPr id="3" name="Rectangle 2"/>
          <p:cNvSpPr/>
          <p:nvPr/>
        </p:nvSpPr>
        <p:spPr>
          <a:xfrm>
            <a:off x="8229600" y="457200"/>
            <a:ext cx="3657600" cy="36576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A5E"/>
                </a:solidFill>
                <a:latin typeface="Calibri Light"/>
              </a:defRPr>
            </a:pPr>
            <a:r>
              <a:t>СИСТЕМА УПРАВЛЕНИЯ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БРОНИРОВАНИЕМ ДОМОВ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B0C0"/>
                </a:solidFill>
                <a:latin typeface="Calibri Light"/>
              </a:defRPr>
            </a:pPr>
            <a:r>
              <a:t>Автоматизация вашего гостиничного бизнеса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 Light"/>
              </a:defRPr>
            </a:pPr>
            <a:r>
              <a:t>Единая платформа для управления объектами, клиентами и бронированиями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2743200" cy="254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О СИСТЕМЕ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Всё для управления арендой домов в одном 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Система создана для владельцев баз отдыха, глэмпингов и гостиничного бизнеса. Она объединяет управление объектами, клиентской базой, бронированиями и аналитикой в едином интуитивном интерфейсе, доступном с любого устройства.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46888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Управление</a:t>
            </a:r>
            <a:br/>
            <a:r>
              <a:t>объектами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Дома, вместимость,</a:t>
            </a:r>
            <a:br/>
            <a:r>
              <a:t>стоимость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657600"/>
            <a:ext cx="246888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480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Календарь</a:t>
            </a:r>
            <a:br/>
            <a:r>
              <a:t>бронирований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212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Неделя, день,</a:t>
            </a:r>
            <a:br/>
            <a:r>
              <a:t>конфликты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246888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Клиентская</a:t>
            </a:r>
            <a:br/>
            <a:r>
              <a:t>база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Контакты, история,</a:t>
            </a:r>
            <a:br/>
            <a:r>
              <a:t>заметки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657600"/>
            <a:ext cx="246888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480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Отчёты</a:t>
            </a:r>
            <a:br/>
            <a:r>
              <a:t>и аналитика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212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Финансы, загрузка,</a:t>
            </a:r>
            <a:br/>
            <a:r>
              <a:t>менеджеры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Управление домами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Добавление объектов с указанием вместимости и стоимости</a:t>
            </a:r>
            <a:br/>
            <a:r>
              <a:t>• Описание и фотографии каждого дома</a:t>
            </a:r>
            <a:br/>
            <a:r>
              <a:t>• Активация/деактивация объектов</a:t>
            </a:r>
            <a:br/>
            <a:r>
              <a:t>• Быстрый просмотр списка с ценами</a:t>
            </a:r>
            <a:br/>
            <a:r>
              <a:t>• Фильтрация по статусу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Список домов с ценами и вместимостью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houses.png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Календарь бронирований — Недельный вид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Обзор всех 7 дней недели на одном экране</a:t>
            </a:r>
            <a:br/>
            <a:r>
              <a:t>• Визуальное отображение занятых и свободных дат</a:t>
            </a:r>
            <a:br/>
            <a:r>
              <a:t>• Карточки бронирований с ключевой информацией</a:t>
            </a:r>
            <a:br/>
            <a:r>
              <a:t>• Быстрое создание брони кликом на свободный слот</a:t>
            </a:r>
            <a:br/>
            <a:r>
              <a:t>• Навигация между неделями и месяцами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Недельный вид календаря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calendar-week.png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Дневной вид и создание бронирования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Детальный просмотр одного дня</a:t>
            </a:r>
            <a:br/>
            <a:r>
              <a:t>• Модальное окно с формой бронирования</a:t>
            </a:r>
            <a:br/>
            <a:r>
              <a:t>• Выбор клиента и дома через поиск</a:t>
            </a:r>
            <a:br/>
            <a:r>
              <a:t>• Выбор дат через календарь</a:t>
            </a:r>
            <a:br/>
            <a:r>
              <a:t>• Добавление доп. услуг и предоплаты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Дневной вид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calendar-day.png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Модалка бронирования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booking-modal.png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Клиентская база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База клиентов с контактами (имя, телефон, email)</a:t>
            </a:r>
            <a:br/>
            <a:r>
              <a:t>• История бронирований каждого клиента</a:t>
            </a:r>
            <a:br/>
            <a:r>
              <a:t>• История проката снаряжения</a:t>
            </a:r>
            <a:br/>
            <a:r>
              <a:t>• Примечания и заметки</a:t>
            </a:r>
            <a:br/>
            <a:r>
              <a:t>• Поиск по имени или телефону</a:t>
            </a:r>
            <a:br/>
            <a:r>
              <a:t>• Быстрый вызов по номеру телефона</a:t>
            </a:r>
            <a:br/>
            <a:r>
              <a:t>• Чёрный список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Клиентская база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clients.png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Дополнительные услуги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Управление доп. услугами (сауна, чан, баня и т.д.)</a:t>
            </a:r>
            <a:br/>
            <a:r>
              <a:t>• Привязка услуг к бронированию</a:t>
            </a:r>
            <a:br/>
            <a:r>
              <a:t>• Активация/деактивация услуг</a:t>
            </a:r>
            <a:br/>
            <a:r>
              <a:t>• Стоимость каждой услуги</a:t>
            </a:r>
            <a:br/>
            <a:r>
              <a:t>• Быстрый поиск при добавлении в бронь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Управление услугами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services.png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Учёт снаряжения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Каталог инвентаря (катамаран, лыжи, снегоход)</a:t>
            </a:r>
            <a:br/>
            <a:r>
              <a:t>• Управление арендой снаряжения</a:t>
            </a:r>
            <a:br/>
            <a:r>
              <a:t>• Учёт количества единиц</a:t>
            </a:r>
            <a:br/>
            <a:r>
              <a:t>• История прокатов по каждому клиенту</a:t>
            </a:r>
            <a:br/>
            <a:r>
              <a:t>• Стоимость проката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Управление снаряжением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equipment.png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Прокат снаряжения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Создание записей о прокате</a:t>
            </a:r>
            <a:br/>
            <a:r>
              <a:t>• Выбор клиента из базы</a:t>
            </a:r>
            <a:br/>
            <a:r>
              <a:t>• Выбор дат начала и окончания</a:t>
            </a:r>
            <a:br/>
            <a:r>
              <a:t>• Добавление нескольких единиц снаряжения</a:t>
            </a:r>
            <a:br/>
            <a:r>
              <a:t>• Фильтрация и поиск по прокатам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Страница проката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rental.png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История бронирований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Архив всех бронирований</a:t>
            </a:r>
            <a:br/>
            <a:r>
              <a:t>• Фильтрация по датам (от/до)</a:t>
            </a:r>
            <a:br/>
            <a:r>
              <a:t>• Фильтрация по дому</a:t>
            </a:r>
            <a:br/>
            <a:r>
              <a:t>• Фильтрация по менеджеру</a:t>
            </a:r>
            <a:br/>
            <a:r>
              <a:t>• Фильтрация по статусу (активно/завершено)</a:t>
            </a:r>
            <a:br/>
            <a:r>
              <a:t>• Поиск по клиенту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История бронирований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history.png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Финансовый 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• Выручка по дням</a:t>
            </a:r>
            <a:br/>
            <a:r>
              <a:t>• Количество бронирований</a:t>
            </a:r>
            <a:br/>
            <a:r>
              <a:t>• Средний чек</a:t>
            </a:r>
            <a:br/>
            <a:r>
              <a:t>• Настраиваемый период</a:t>
            </a:r>
            <a:br/>
            <a:r>
              <a:t>• Детализация по каждому бронированию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Скриншот: Финансовый отчёт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reports-finance.png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Отчёты по менеджерам и домам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По менеджерам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• Количество бронирований каждого менеджера</a:t>
            </a:r>
            <a:br/>
            <a:r>
              <a:t>• Выручка по каждому менеджеру</a:t>
            </a:r>
            <a:br/>
            <a:r>
              <a:t>• Рейтинг эффективности</a:t>
            </a:r>
            <a:br/>
            <a:r>
              <a:t>• Настраиваемый период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По домам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• Загрузка каждого дома</a:t>
            </a:r>
            <a:br/>
            <a:r>
              <a:t>• Количество бронирований</a:t>
            </a:r>
            <a:br/>
            <a:r>
              <a:t>• Выручка по каждому дому</a:t>
            </a:r>
            <a:br/>
            <a:r>
              <a:t>• Процент загрузки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Отчёт по менеджерам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reports-finance.png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3600"/>
            </a:pPr>
            <a:r>
              <a:t>📱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Отчёт по домам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Файл: reports-finance.png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ПОЧЕМУ ЭТО ВАЖНО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Преимущества для бизнеса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Экономия времени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Автоматизация рутинных операций — бронирование за 30 секунд вместо 5 минут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Централизованная база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Все данные в одном месте: объекты, клиенты, брони, финансы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Контроль в реальном времени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Видьте загрузку объектов и конфликты бронирований мгновенно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09160"/>
            <a:ext cx="457200" cy="457200"/>
          </a:xfrm>
          <a:prstGeom prst="ellipse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Аналитика для решений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Финансовые отчёты, загрузка домов, эффективность менеджеров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Ролевая система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Разграничение доступа — каждый сотрудник видит только своё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МОБИЛЬНОСТЬ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Работайте откуда угодно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Система оптимизирована для мобильных устройств. Управляйте бронированиями, просматривайте отчёты и работайте с клиентской базой прямо со смартфона — в любой точке, где есть интернет.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20040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Мобильная</a:t>
            </a:r>
            <a:br/>
            <a:r>
              <a:t>версия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Адаптивный дизайн</a:t>
            </a:r>
            <a:br/>
            <a:r>
              <a:t>для смартфонов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474720"/>
            <a:ext cx="320040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Pull-to-</a:t>
            </a:r>
            <a:br/>
            <a:r>
              <a:t>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Обновление данных</a:t>
            </a:r>
            <a:br/>
            <a:r>
              <a:t>свайпом вниз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74720"/>
            <a:ext cx="320040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Calibri"/>
              </a:defRPr>
            </a:pPr>
            <a:r>
              <a:t>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Быстрое</a:t>
            </a:r>
            <a:br/>
            <a:r>
              <a:t>создание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Новая бронь</a:t>
            </a:r>
            <a:br/>
            <a:r>
              <a:t>в 2 клика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5E"/>
                </a:solidFill>
                <a:latin typeface="Calibri"/>
              </a:defRPr>
            </a:pPr>
            <a:r>
              <a:t>ДЛЯ КОГО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Система подходит для вашего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Базы отдыха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Управление домиками, учёт загрузки,</a:t>
            </a:r>
            <a:br/>
            <a:r>
              <a:t>бронирование дополнительных услуг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Calibri"/>
              </a:defRPr>
            </a:pPr>
            <a:r>
              <a:t>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Глэмпинги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08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Контроль занятости, клиентская база,</a:t>
            </a:r>
            <a:br/>
            <a:r>
              <a:t>отчёты по выручке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Аренда загородных</a:t>
            </a:r>
            <a:br/>
            <a:r>
              <a:t>домов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12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Календарь бронирований, история</a:t>
            </a:r>
            <a:br/>
            <a:r>
              <a:t>клиентов, финансовая аналитика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Calibri"/>
              </a:defRPr>
            </a:pPr>
            <a:r>
              <a:t>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Мини-гостиницы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212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Управление номерным фондом,</a:t>
            </a:r>
            <a:br/>
            <a:r>
              <a:t>статистика, отчёты по менеджерам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ГОТОВЫ АВТОМАТИЗИРОВАТЬ</a:t>
            </a:r>
            <a:br/>
            <a:r>
              <a:t>ВАШ БИЗНЕС?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0"/>
                </a:solidFill>
                <a:latin typeface="Calibri"/>
              </a:defRPr>
            </a:pPr>
            <a:r>
              <a:t>Свяжитесь с нами для демонстрации системы и обсуждения условий внедрения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3657600" cy="731520"/>
          </a:xfrm>
          <a:prstGeom prst="roundRect">
            <a:avLst/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ЗАПРОСИТЬ 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Индивидуальный подход • Быстрое внедрение • Поддержка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